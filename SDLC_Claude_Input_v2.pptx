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371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Agent System v2: agents and skills by phase (green = phase 1, blue = 2, purple = 3)</a:t>
            </a:r>
            <a:endParaRPr lang="en-US" sz="1600" dirty="0"/>
          </a:p>
        </p:txBody>
      </p:sp>
      <p:pic>
        <p:nvPicPr>
          <p:cNvPr id="3" name="Image 0" descr="/mnt/user-data/outputs/sdlc_v2/images/three_phase_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" y="548640"/>
            <a:ext cx="11430000" cy="59679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371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build and how it runs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374904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.github/ folder for VS Code (Copilot customization files): 8 agents, 130 skills (77 in phase 1), prompts, instructions, config, templates.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story, epic or screenshots (Figma in phase 2). Output: tested, reviewed, release-ready full-stack project plus a docs/sdlc/ trail.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files only. Do not build any application.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Stages: Understand &gt; Plan &gt; Build &gt; Verify &gt; Release.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.github/skills/&lt;folder&gt;/SKILL.md, flat. Folder name = agent ID + slug (shared-* for shared).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640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(reads &gt; writes)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960120"/>
            <a:ext cx="374904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Intake (A1): kanban.md Backlog row; route to A2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Understand (A2): docs/sdlc/stories/&lt;ID&gt;/: manifest.md, features.md (epic), stories.md, acceptance-criteria.md, scope.md, scr... [CP-01 Ready]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Plan: design (A3): docs/sdlc/design/&lt;ID&gt;/: ui-baseline.md or extracted-design.md, layout-plan.md, tokens.json, components.md, ... [CP-02 Design approval]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Plan: architecture (A4): docs/sdlc/architecture/: adr/ADR-*.md, stack-analysis.md, architecture.md, data-model.md, api/openapi.yaml,... [CP-03 Architecture approval]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Build: backend (A6): backend/ (migrations, api, validation, seed/synthetic, config, Dockerfile); docs/sdlc/build/plans, task-gat...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Build: frontend (A5): frontend/ (components, screens, state, routes, api, theme); docs/sdlc/build/plans, task-gate, pr files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Verify: tests (A7): tests/, frontend/tests/, backend/tests/; docs/sdlc/tests/: test-plan, traceability, results, defects, quali... [CP-04 Quality GO]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Verify: review (A8): docs/sdlc/review/&lt;PR&gt;-*.md (review, summary, checklist, secrets, design, loops) [CP-06 if loop limit]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Release (A8): CHANGELOG.md, .github/workflows/ci.yml and deploy.yml, deploy/, docs/sdlc/release/checklist-&lt;version&gt;.md [CP-05 Release approval]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640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and checkpoints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960120"/>
            <a:ext cx="374904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trace to source. R2 no invented values: TBD + CP-07. R3 humans decide. R4 fresh-context verify (S.04). R5 checkpoints are human; agents write OPEN only. R6 fix-loop max 3. R7 tool output over opinion. R8 end every file with Checkpoints raised. R9 separation of duties. R10 label PROPOSED. R11 token-optimized: read named inputs only, SKILL.md max 60 lines.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Checkpoints: CP-01 Ready, CP-02 Design, CP-03 Architecture, CP-04 Quality GO, CP-05 Release, CP-06 loop limit, CP-07 TBD, CP-08 Figma, CP-09 security.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A1 writes docs/sdlc/kanban.md.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D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reads: .github/sdlc/plan/ (skills.csv, agents.md, checkpoints.md, stage_flow.md, rules.md, folder_tree.md, config.yml, board.png) and PHASE1_BUILD_PROMPT.md.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2026-10-29T10:39:14Z</dcterms:created>
  <dcterms:modified xsi:type="dcterms:W3CDTF">2026-10-29T10:39:14Z</dcterms:modified>
</cp:coreProperties>
</file>